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2:56:19.411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1803 589 0,'1897'0'0,"-5597"-588"0,5503 1176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02:56:36.238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2:56:49.782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185 261 0,'0'1'0,"0"1"0,1-2 0,-1 2 0,1 0 0,-1 1 0,1-1 0,0 1 0,1 1 0,-1-1 0,1 1 0,0 0 0,1 0 0,0 0 0,0 0 0,1 0 0,0 0 0,0 0 0,1 0 0,0 0 0,0-1 0,1 1 0,-1-2 0,2 2 0,-1-2 0,1 0 0,-1 0 0,0 0 0,1-2 0,0 1 0,-1-1 0,1 0 0,-1-1 0,1 0 0,-1-1 0,0-1 0,0 1 0,0-2 0,-2 0 0,1 0 0,-1-1 0,0-1 0,0 1 0,-1-2 0,-1 0 0,0 1 0,0-2 0,-1 0 0,-1 0 0,0 0 0,-1-1 0,0 0 0,-1 0 0,0 0 0,-1 0 0,0 0 0,-1-1 0,0 2 0,-1-2 0,0 1 0,0 0 0,0 0 0,-2 1 0,2-1 0,-2 0 0,1 1 0,0 0 0,-1 1 0,0 0 0,1 0 0,-1-1 0,1 2 0,-1 0 0,1 1 0,0-1 0,1 1 0,-1 0 0,1 1 0,0-1 0,0 1 0,1 1 0,0 0 0,0-1 0,1 1 0,0 1 0,0-1 0,1 2 0,-1-1 0,2 1 0,-1-1 0,1 0 0,1 2 0,-1-1 0,0 0 0,1 0 0,0 0 0,-1 1 0,1 1 0,0 0 0,-1 0 0,1 0 0,-1-1 0,-1 2 0,1-1 0,-1 0 0,0 2 0,0-2 0,-1 2 0,0-1 0,-1 1 0,1 0 0,-2 0 0,1 0 0,0 1 0,-1 0 0,-1 1 0,1 0 0,-1 0 0,0-1 0,-1 2 0,1 0 0,-1 1 0,0-1 0,1 1 0,-1 1 0,0-1 0,0 0 0,1 1 0,-1 1 0,1-1 0,0 1 0,0-1 0,0 1 0,1 0 0,1 0 0,-1 0 0,2 0 0,-1 1 0,0-1 0,2-1 0,0 1 0,1 0 0,0 0 0,0-1 0,1 1 0,1-2 0,1 1 0,-1-1 0,2-1 0,0 1 0,0-2 0,0 1 0,2 0 0,-1-2 0,2 0 0,-2 0 0,2-1 0,0-1 0,1 1 0,-2-2 0,3 0 0,-2 0 0,0-1 0,2-1 0,-2 0 0,0 0 0,1 0 0,0-2 0,-1 1 0,0 0 0,0-2 0,-1 1 0,1-1 0,-1 1 0,-1-1 0,1 0 0,-1 0 0,0 0 0,-1 0 0,1 0 0,-2 0 0,0 1 0,1-1 0,-2 1 0,1-1 0,0 1 0,-2 1 0,1-1 0,-1 1 0,1 0 0,-1 2 0,0-2 0,0 1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02:57:02.405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654 59,'665'0,"-651"1,1 1,-1 0,0 1,0 1,0 0,15 7,-12-5,1 0,-1-1,23 4,115-6,-132-4,-211-10,37 0,-484 4,449 8,180-1,-25 1,30-1,0 0,-1 0,1 0,0 0,-1 1,1-1,0 0,0 1,0-1,-1 1,1 0,0-1,0 1,0 0,0 0,0-1,-2 3,3-3,0 1,1-1,-1 0,0 1,0-1,0 0,0 1,0-1,0 0,1 1,-1-1,0 0,0 1,1-1,-1 0,0 0,0 1,1-1,-1 0,0 0,0 0,1 1,-1-1,0 0,1 0,-1 0,0 0,1 0,-1 0,1 0,-1 0,0 0,1 0,-1 0,1 0,17 4,76 3,123-5,-96-4,830 1,-941 1,-3 0,1 0,0 0,-1-1,1 1,9-4,-17 4,0 0,1 0,-1 0,0 0,0 0,1 0,-1 0,0 0,0 0,1 0,-1 0,0 0,0 0,0 0,1 0,-1 0,0-1,0 1,1 0,-1 0,0 0,0 0,0 0,0-1,1 1,-1 0,0 0,0 0,0-1,0 1,0 0,0 0,1-1,-1 1,0 0,0 0,0 0,0-1,0 1,0 0,0 0,0-1,0 1,0 0,0 0,0-1,0 1,-14-7,-21 0,-64-7,-187-3,238 17,1-2,-1-3,-81-18,83 13,-1 3,-75-3,-100 12,79 0,-514-2,634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2:57:15.0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81 23892,'1340'-81'0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2:57:22.6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 1 24575,'-1'36'0,"0"-20"0,0-1 0,1 1 0,1 0 0,1 0 0,4 18 0,-5-30 0,0 0 0,1-1 0,-1 1 0,1 0 0,0-1 0,0 0 0,0 1 0,0-1 0,1 0 0,-1 0 0,1 0 0,0 0 0,0-1 0,0 1 0,0-1 0,0 1 0,1-1 0,-1 0 0,1-1 0,-1 1 0,1 0 0,0-1 0,0 0 0,-1 0 0,8 1 0,27 2 0,0-2 0,72-4 0,-29-1 0,903 3 0,-930 2 0,56 10 0,-56-4 0,62-1 0,263-8 0,-372 1 0,0 0 0,0 0 0,0-1 0,0 0 0,9-3 0,-15 4 0,0 0 0,1-1 0,-1 1 0,0-1 0,0 0 0,1 1 0,-1-1 0,0 0 0,0 0 0,0 0 0,0 0 0,0 0 0,0 0 0,0 0 0,0 0 0,0 0 0,0-1 0,-1 1 0,1 0 0,-1 0 0,1-1 0,-1 1 0,1 0 0,-1-1 0,1 1 0,-1-1 0,0 1 0,0 0 0,0-1 0,0 1 0,0-1 0,0 1 0,-1-2 0,1-2-91,0 0 0,-1 0 0,0 0 0,0 0 0,-1 0 0,1 0 0,-1 0 0,0 1 0,0-1 0,-1 0 0,1 1 0,-1 0 0,0 0 0,-5-5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2:57:26.5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27 24575,'1695'0'0,"-1681"-1"0,-1-1 0,0 0 0,21-7 0,-26 6 0,0 1 0,0 0 0,0 0 0,0 1 0,0-1 0,1 2 0,-1-1 0,0 1 0,1 1 0,-1-1 0,13 4 0,-19-3 0,0 0 0,0 0 0,0 0 0,0 1 0,0-1 0,0 1 0,0-1 0,-1 1 0,1 0 0,-1 0 0,1-1 0,-1 1 0,0 0 0,1 0 0,-1 1 0,0-1 0,0 0 0,0 0 0,-1 0 0,1 1 0,-1-1 0,1 0 0,-1 1 0,0-1 0,0 1 0,0-1 0,0 5 0,-1 8 0,-1-1 0,0 0 0,-7 22 0,4-17 0,-1 2 0,-1 0 0,-12 27 0,9-26 0,-11 37 0,-6 48 0,26-99 0,0-1 0,-1 0 0,0 0 0,-1 0 0,1 0 0,-1 0 0,-1-1 0,1 1 0,-1-1 0,0 0 0,-1 0 0,0 0 0,-10 9 0,9-11 0,0 1 0,-1-1 0,0-1 0,0 1 0,0-1 0,0-1 0,0 1 0,-1-1 0,1 0 0,-1-1 0,1 0 0,-1 0 0,-11-1 0,-538 0 0,238-2 0,-199 2 0,512 0 0,0 0 0,-1 0 0,1 1 0,0 0 0,-1 0 0,1 0 0,0 1 0,0 0 0,0 0 0,0 1 0,1-1 0,-1 1 0,0 1 0,1-1 0,0 1 0,0 0 0,0 0 0,0 0 0,1 1 0,0 0 0,0-1 0,0 2 0,0-1 0,-4 9 0,-9 14 0,-21 48 0,33-62 0,0 0 0,1 0 0,1 1 0,0-1 0,1 1 0,-1 15 0,3 25-1365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BC98-AE14-3BDA-715A-683CF5FCB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39122-6C20-7464-C126-C4E1E159A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821C8-6D2A-F6F4-BF5B-AD4C8307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B1797-E280-0C57-5BFA-50BF58941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1939C-DD79-E9E8-F43D-820D49EC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399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D54B8-275B-D2B1-3908-7776E15CD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A16E-D621-D4EA-39BF-A8118AF2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2A194-F0D2-616F-7D86-91617FB7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AD2D5-BF3F-98C5-E382-DDAD8787B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B079C-CE85-DC87-4528-9200C4D7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68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7EF9-4988-7B6A-B32B-62E330E0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BEFB5-7542-AE44-A3A9-09EE45E33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37652-9F77-7C47-1ED6-BA82BE0EC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40FCD-143B-1B34-CFD4-0DF5EAEA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47785-8CAE-8DE8-5C58-C952A835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2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45B4-2FA4-5E26-D8D4-DFDDD02D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16933-3ADB-FC97-0A66-3A68972FD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1574A-DF7F-F540-1FC0-10904A37B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2F532-86F7-3EBB-0B98-DC8C47CB5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FDD0F-778D-9976-7EEE-1728D8C2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7B0D8-D68B-10F8-D61E-D1A01433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456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205F7-6C88-D3B4-79ED-E250329D7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F7160-0CB2-6E1C-D4B2-1B828600E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F8154-5481-C4D0-EDD8-D57D992E6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EA5A9-F4B6-FAC1-0466-D368289D0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9AE41-A6C3-7BC0-9876-E713555F5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94DD99-34F5-47AF-168B-C7AE1019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73FA8-449C-056E-5DA1-53100B1DF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A822B-FCFF-3B59-A74F-35E018769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08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D10D-C464-B687-4F8F-C3A45759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93111B-F4C2-35D3-99D2-E526E4A0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C4248-25D2-3588-85F1-43676D3E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39347-CFC3-D461-4038-BF82C6BA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03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1D6E5-083C-B3DC-E4C2-FDFEBD838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1BAA53-10D3-A6C2-7E8A-01B923D8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F5D20-5037-3ADD-B12A-F11DB79B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978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9584-5103-B575-5F7F-BA769E94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222C1-EFEA-442D-003B-79409ABAD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12549-10C9-78C1-BAAD-FC07867EE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06C73-E70B-2A12-975F-C95D28B6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BAEC8-BE0C-5E2B-4864-39CA51907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B6AF3-452B-70EF-2B2E-B0B65C40B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19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C6E9-C2ED-D08F-7AF1-B9CC417F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CFF53-9A0C-BA1D-E5B3-DE97A0D0A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3A107-63DC-18DC-C6DE-D0287017B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02C05-CACF-EC16-EBAC-2E378694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D7314-2071-E861-315C-3B73B636B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3C11B-DE36-F563-3CBE-26DF052BB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28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1CB1-D2C2-14EB-E6AF-5FB96EA0D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0F123-3E0D-801E-82B1-537587626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2449B-B963-A6DD-CF48-10EE5C15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5ECBC-D5DC-FC9A-F5B0-EF4E004A8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503C6-3BA0-D228-B2A0-F2F31BF1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00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6EF8F-8E80-A404-B569-39A95CE6F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6A8CC-940F-2C60-0605-F8BF1994F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27CA1-AABD-0CF5-7B57-E334874A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179D4-7603-BD9D-52FC-C624D5145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750D1-CE5A-BD77-1163-4BA3CA37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77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DDEF9-07D9-39D9-680C-1FE612B9A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4E7B5-33EC-0F72-BB57-7C451B4DD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91749-71EE-A446-8CF6-A0537A9BE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2D0E9-AB2A-444A-9439-3D85B1CF05B1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7B4DB-7B0A-4F6C-44FF-23F5DF9E0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4C2-4580-A5B1-F686-5925D51F8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DAB46-57BF-4F7C-80D5-7F68190D4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86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4EAAFD-C308-140E-CAF6-5D9B3AF58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1" y="29496"/>
            <a:ext cx="12070079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AAA143A-31D0-3E8D-5473-8B4A4C29DDDA}"/>
                  </a:ext>
                </a:extLst>
              </p14:cNvPr>
              <p14:cNvContentPartPr/>
              <p14:nvPr/>
            </p14:nvContentPartPr>
            <p14:xfrm rot="-9972181">
              <a:off x="2243565" y="2379483"/>
              <a:ext cx="1332224" cy="21237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AAA143A-31D0-3E8D-5473-8B4A4C29DD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-9972181">
                <a:off x="2180554" y="2001896"/>
                <a:ext cx="1457885" cy="967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6BD17E-A8EF-B03C-65A9-B4F1FF600AE1}"/>
                  </a:ext>
                </a:extLst>
              </p14:cNvPr>
              <p14:cNvContentPartPr/>
              <p14:nvPr/>
            </p14:nvContentPartPr>
            <p14:xfrm>
              <a:off x="2615377" y="280210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6BD17E-A8EF-B03C-65A9-B4F1FF600A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52377" y="2424468"/>
                <a:ext cx="126000" cy="7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7048B80-813A-BEFE-5687-FBD0C0E8DDAE}"/>
                  </a:ext>
                </a:extLst>
              </p14:cNvPr>
              <p14:cNvContentPartPr/>
              <p14:nvPr/>
            </p14:nvContentPartPr>
            <p14:xfrm>
              <a:off x="2747857" y="2502588"/>
              <a:ext cx="133560" cy="124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7048B80-813A-BEFE-5687-FBD0C0E8DD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84857" y="2124588"/>
                <a:ext cx="259200" cy="88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68501DF-ADB1-B736-3452-92F660EC621F}"/>
                  </a:ext>
                </a:extLst>
              </p14:cNvPr>
              <p14:cNvContentPartPr/>
              <p14:nvPr/>
            </p14:nvContentPartPr>
            <p14:xfrm>
              <a:off x="2675137" y="2515548"/>
              <a:ext cx="707760" cy="42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68501DF-ADB1-B736-3452-92F660EC62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21137" y="2407548"/>
                <a:ext cx="8154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E032EB-D15E-6820-1CE8-6009A684BAAB}"/>
                  </a:ext>
                </a:extLst>
              </p14:cNvPr>
              <p14:cNvContentPartPr/>
              <p14:nvPr/>
            </p14:nvContentPartPr>
            <p14:xfrm>
              <a:off x="2772337" y="2516988"/>
              <a:ext cx="482760" cy="29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E032EB-D15E-6820-1CE8-6009A684BA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09337" y="2453988"/>
                <a:ext cx="6084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8BFA10F-8F3F-3DDC-AB0B-09A16A50964E}"/>
                  </a:ext>
                </a:extLst>
              </p14:cNvPr>
              <p14:cNvContentPartPr/>
              <p14:nvPr/>
            </p14:nvContentPartPr>
            <p14:xfrm>
              <a:off x="2634097" y="2526708"/>
              <a:ext cx="765720" cy="89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8BFA10F-8F3F-3DDC-AB0B-09A16A50964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71097" y="2464068"/>
                <a:ext cx="8913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5A0E672-A38B-A27C-8EB8-176DF4299223}"/>
                  </a:ext>
                </a:extLst>
              </p14:cNvPr>
              <p14:cNvContentPartPr/>
              <p14:nvPr/>
            </p14:nvContentPartPr>
            <p14:xfrm>
              <a:off x="2615377" y="2408988"/>
              <a:ext cx="688680" cy="334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5A0E672-A38B-A27C-8EB8-176DF429922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52377" y="2345988"/>
                <a:ext cx="814320" cy="4600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725B419-D115-B07C-BB9C-D89ECF81175E}"/>
              </a:ext>
            </a:extLst>
          </p:cNvPr>
          <p:cNvSpPr/>
          <p:nvPr/>
        </p:nvSpPr>
        <p:spPr>
          <a:xfrm>
            <a:off x="530942" y="2408988"/>
            <a:ext cx="2428775" cy="3344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A01B2-B0F4-C493-1F38-3344F6AFBF23}"/>
              </a:ext>
            </a:extLst>
          </p:cNvPr>
          <p:cNvSpPr txBox="1"/>
          <p:nvPr/>
        </p:nvSpPr>
        <p:spPr>
          <a:xfrm>
            <a:off x="761640" y="2317922"/>
            <a:ext cx="4021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Project Presentation- Final Phase</a:t>
            </a:r>
          </a:p>
        </p:txBody>
      </p:sp>
    </p:spTree>
    <p:extLst>
      <p:ext uri="{BB962C8B-B14F-4D97-AF65-F5344CB8AC3E}">
        <p14:creationId xmlns:p14="http://schemas.microsoft.com/office/powerpoint/2010/main" val="289236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CF7F6-113F-180A-8599-E711770F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026494-F51E-740B-9636-3F94CB7B3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002" y="0"/>
            <a:ext cx="12284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6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3A8DF-A351-F175-5F64-906BE06E2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8F940F-5B4B-5EC3-7988-83311777A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961" y="0"/>
            <a:ext cx="12279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011E-8ED9-DC44-3B53-EBF4285B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1B05B2-B07A-188D-F2ED-31D2D0A99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315" y="0"/>
            <a:ext cx="1226863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5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72203-0569-BA65-3865-59F8D2964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AB6DC3-66F0-F431-9988-5B311AE17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578" y="1"/>
            <a:ext cx="12250578" cy="687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43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18D1-D2D7-7546-2227-4317195B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B9E14B-F431-F4E4-594E-F0E19F49A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1544"/>
            <a:ext cx="12212594" cy="684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1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9E10-6E1D-5F6C-D149-85157B38A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710B97-A8D7-D1BD-330A-4E24DEE7D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" y="47153"/>
            <a:ext cx="12050807" cy="67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1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AD242-D5EA-9415-B660-6CAD9113C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86B4F8-A366-DC67-DB78-FA5B33919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9" y="66205"/>
            <a:ext cx="12012701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36BE-F02D-3C42-52BB-D363A712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C44BA5-6951-96FE-E3EA-3C9AD647E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52"/>
            <a:ext cx="12218518" cy="684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8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B419C-8810-AA56-971B-F1FBF615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24FBB6-337E-89F2-F87D-98E8376E8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927" cy="685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2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5E365-32D6-6DA0-6676-3A9673E0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5325F4-2A0A-1630-4B32-2687FDC77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72" y="0"/>
            <a:ext cx="122937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2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E145F-1518-2EFE-FE90-43F8468C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99AA2E-428A-3792-90F2-D42FB0615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4753"/>
            <a:ext cx="12192000" cy="694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259DF-2170-4E20-C8A8-58DBB4B9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04377-BF4A-1B7C-454B-99FFF28A4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076" y="0"/>
            <a:ext cx="12242076" cy="686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7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5D23-0443-33FC-265D-E1D71BF50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A94E89-843B-2A4B-98F1-BB6D24461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983" y="0"/>
            <a:ext cx="122819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2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7722C-C00B-17CD-CA79-30ACDFD1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813B35-5BAE-E2ED-F55D-C98235863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629" y="0"/>
            <a:ext cx="12421889" cy="703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8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</Words>
  <Application>Microsoft Office PowerPoint</Application>
  <PresentationFormat>Widescreen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PARAS BHATT</dc:creator>
  <cp:lastModifiedBy>PARAS BHATT</cp:lastModifiedBy>
  <cp:revision>4</cp:revision>
  <dcterms:created xsi:type="dcterms:W3CDTF">2025-09-09T00:52:22Z</dcterms:created>
  <dcterms:modified xsi:type="dcterms:W3CDTF">2026-05-02T07:00:54Z</dcterms:modified>
</cp:coreProperties>
</file>